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8" r:id="rId2"/>
    <p:sldId id="256" r:id="rId3"/>
  </p:sldIdLst>
  <p:sldSz cx="12192000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7"/>
    <p:restoredTop sz="95781"/>
  </p:normalViewPr>
  <p:slideViewPr>
    <p:cSldViewPr snapToGrid="0" snapToObjects="1">
      <p:cViewPr varScale="1">
        <p:scale>
          <a:sx n="67" d="100"/>
          <a:sy n="67" d="100"/>
        </p:scale>
        <p:origin x="18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67462"/>
            <a:ext cx="10363200" cy="375991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672376"/>
            <a:ext cx="9144000" cy="2607442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31C5E-167F-944D-B629-07AD17B67D8F}" type="datetimeFigureOut">
              <a:rPr lang="en-IL" smtClean="0"/>
              <a:t>15/05/2026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01165-F4BC-6540-9BC8-7E8C3589A0A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0879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31C5E-167F-944D-B629-07AD17B67D8F}" type="datetimeFigureOut">
              <a:rPr lang="en-IL" smtClean="0"/>
              <a:t>15/05/2026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01165-F4BC-6540-9BC8-7E8C3589A0A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41839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692444"/>
            <a:ext cx="10515600" cy="4492401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7227345"/>
            <a:ext cx="10515600" cy="236244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31C5E-167F-944D-B629-07AD17B67D8F}" type="datetimeFigureOut">
              <a:rPr lang="en-IL" smtClean="0"/>
              <a:t>15/05/2026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01165-F4BC-6540-9BC8-7E8C3589A0A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63471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874937"/>
            <a:ext cx="5181600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874937"/>
            <a:ext cx="5181600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31C5E-167F-944D-B629-07AD17B67D8F}" type="datetimeFigureOut">
              <a:rPr lang="en-IL" smtClean="0"/>
              <a:t>15/05/2026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01165-F4BC-6540-9BC8-7E8C3589A0A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70325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74990"/>
            <a:ext cx="10515600" cy="20874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647443"/>
            <a:ext cx="5157787" cy="129747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944914"/>
            <a:ext cx="5157787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647443"/>
            <a:ext cx="5183188" cy="129747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944914"/>
            <a:ext cx="5183188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31C5E-167F-944D-B629-07AD17B67D8F}" type="datetimeFigureOut">
              <a:rPr lang="en-IL" smtClean="0"/>
              <a:t>15/05/2026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01165-F4BC-6540-9BC8-7E8C3589A0A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22031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31C5E-167F-944D-B629-07AD17B67D8F}" type="datetimeFigureOut">
              <a:rPr lang="en-IL" smtClean="0"/>
              <a:t>15/05/2026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01165-F4BC-6540-9BC8-7E8C3589A0A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95193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31C5E-167F-944D-B629-07AD17B67D8F}" type="datetimeFigureOut">
              <a:rPr lang="en-IL" smtClean="0"/>
              <a:t>15/05/2026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01165-F4BC-6540-9BC8-7E8C3589A0A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44673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19984"/>
            <a:ext cx="3932237" cy="2519945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554968"/>
            <a:ext cx="6172200" cy="7674832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239929"/>
            <a:ext cx="3932237" cy="600236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31C5E-167F-944D-B629-07AD17B67D8F}" type="datetimeFigureOut">
              <a:rPr lang="en-IL" smtClean="0"/>
              <a:t>15/05/2026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01165-F4BC-6540-9BC8-7E8C3589A0A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20304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19984"/>
            <a:ext cx="3932237" cy="2519945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554968"/>
            <a:ext cx="6172200" cy="7674832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239929"/>
            <a:ext cx="3932237" cy="600236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31C5E-167F-944D-B629-07AD17B67D8F}" type="datetimeFigureOut">
              <a:rPr lang="en-IL" smtClean="0"/>
              <a:t>15/05/2026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01165-F4BC-6540-9BC8-7E8C3589A0A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36525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31C5E-167F-944D-B629-07AD17B67D8F}" type="datetimeFigureOut">
              <a:rPr lang="en-IL" smtClean="0"/>
              <a:t>15/05/2026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01165-F4BC-6540-9BC8-7E8C3589A0A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21486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574987"/>
            <a:ext cx="2628900" cy="9152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574987"/>
            <a:ext cx="7734300" cy="9152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31C5E-167F-944D-B629-07AD17B67D8F}" type="datetimeFigureOut">
              <a:rPr lang="en-IL" smtClean="0"/>
              <a:t>15/05/2026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01165-F4BC-6540-9BC8-7E8C3589A0A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75690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574990"/>
            <a:ext cx="10515600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874937"/>
            <a:ext cx="10515600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0009783"/>
            <a:ext cx="274320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31C5E-167F-944D-B629-07AD17B67D8F}" type="datetimeFigureOut">
              <a:rPr lang="en-IL" smtClean="0"/>
              <a:t>15/05/2026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0009783"/>
            <a:ext cx="411480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0009783"/>
            <a:ext cx="274320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101165-F4BC-6540-9BC8-7E8C3589A0A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0682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081034-AFA5-D341-A387-AA313301F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49" y="2381250"/>
            <a:ext cx="12259212" cy="8358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817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AE73F6-C764-1A4C-828C-078A518FE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2833" y="6615070"/>
            <a:ext cx="7689907" cy="3998751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208B1D2-ED09-674B-86F1-1DFD592BB582}"/>
              </a:ext>
            </a:extLst>
          </p:cNvPr>
          <p:cNvSpPr/>
          <p:nvPr/>
        </p:nvSpPr>
        <p:spPr>
          <a:xfrm>
            <a:off x="7381931" y="2861788"/>
            <a:ext cx="2589563" cy="3500141"/>
          </a:xfrm>
          <a:prstGeom prst="roundRect">
            <a:avLst/>
          </a:prstGeom>
          <a:solidFill>
            <a:srgbClr val="FF83FF">
              <a:alpha val="1803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1203B36-9A2C-0C41-8F70-6BCBEC100A14}"/>
              </a:ext>
            </a:extLst>
          </p:cNvPr>
          <p:cNvSpPr/>
          <p:nvPr/>
        </p:nvSpPr>
        <p:spPr>
          <a:xfrm>
            <a:off x="7719294" y="5238690"/>
            <a:ext cx="2006600" cy="1007031"/>
          </a:xfrm>
          <a:prstGeom prst="roundRect">
            <a:avLst/>
          </a:prstGeom>
          <a:solidFill>
            <a:srgbClr val="8E85E2">
              <a:alpha val="12941"/>
            </a:srgbClr>
          </a:solidFill>
          <a:ln w="254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Tr-lncRNA-MPs</a:t>
            </a:r>
          </a:p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124</a:t>
            </a:r>
            <a:r>
              <a:rPr lang="en-IL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genes </a:t>
            </a:r>
          </a:p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501</a:t>
            </a:r>
            <a:r>
              <a:rPr lang="en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MPs 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78C71A7-7026-5245-82D2-8FCBF62C2AE6}"/>
              </a:ext>
            </a:extLst>
          </p:cNvPr>
          <p:cNvSpPr/>
          <p:nvPr/>
        </p:nvSpPr>
        <p:spPr>
          <a:xfrm>
            <a:off x="7278600" y="93797"/>
            <a:ext cx="2705868" cy="86886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14,855</a:t>
            </a:r>
            <a:r>
              <a:rPr lang="en-IL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lncRNA genes</a:t>
            </a:r>
          </a:p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 GenCode </a:t>
            </a:r>
          </a:p>
        </p:txBody>
      </p:sp>
      <p:sp>
        <p:nvSpPr>
          <p:cNvPr id="9" name="Google Shape;99;p18">
            <a:extLst>
              <a:ext uri="{FF2B5EF4-FFF2-40B4-BE49-F238E27FC236}">
                <a16:creationId xmlns:a16="http://schemas.microsoft.com/office/drawing/2014/main" id="{601C0CBA-6F79-C641-ACC6-47E265AEBE2C}"/>
              </a:ext>
            </a:extLst>
          </p:cNvPr>
          <p:cNvSpPr txBox="1"/>
          <p:nvPr/>
        </p:nvSpPr>
        <p:spPr>
          <a:xfrm>
            <a:off x="7053352" y="892335"/>
            <a:ext cx="1623361" cy="113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 gene matching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Google Shape;99;p18">
            <a:extLst>
              <a:ext uri="{FF2B5EF4-FFF2-40B4-BE49-F238E27FC236}">
                <a16:creationId xmlns:a16="http://schemas.microsoft.com/office/drawing/2014/main" id="{5B906AD5-9F48-F346-A23B-A6CE711716F0}"/>
              </a:ext>
            </a:extLst>
          </p:cNvPr>
          <p:cNvSpPr txBox="1"/>
          <p:nvPr/>
        </p:nvSpPr>
        <p:spPr>
          <a:xfrm>
            <a:off x="2823185" y="992531"/>
            <a:ext cx="3587763" cy="919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Filtering: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" dirty="0">
                <a:solidFill>
                  <a:schemeClr val="dk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on-primary tumor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CCAD7C4-105D-FC49-9F0A-E9EA2F447BDB}"/>
              </a:ext>
            </a:extLst>
          </p:cNvPr>
          <p:cNvSpPr/>
          <p:nvPr/>
        </p:nvSpPr>
        <p:spPr>
          <a:xfrm>
            <a:off x="4596339" y="3148672"/>
            <a:ext cx="1783917" cy="133649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M-state (e-f)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4,854</a:t>
            </a:r>
            <a:r>
              <a:rPr lang="en-IL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samples </a:t>
            </a:r>
          </a:p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r>
              <a:rPr lang="en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cross 1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r>
              <a:rPr lang="en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cancer types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(n&gt;100)</a:t>
            </a:r>
            <a:r>
              <a:rPr lang="en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B7B5316-1395-C14B-9B2C-DB62A65539A1}"/>
              </a:ext>
            </a:extLst>
          </p:cNvPr>
          <p:cNvSpPr/>
          <p:nvPr/>
        </p:nvSpPr>
        <p:spPr>
          <a:xfrm>
            <a:off x="2543835" y="3097245"/>
            <a:ext cx="1783917" cy="1386142"/>
          </a:xfrm>
          <a:prstGeom prst="roundRect">
            <a:avLst/>
          </a:prstGeom>
          <a:solidFill>
            <a:srgbClr val="7030A0">
              <a:alpha val="8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T- stage (a-d)  </a:t>
            </a:r>
          </a:p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5,640</a:t>
            </a:r>
            <a:r>
              <a:rPr lang="en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samples </a:t>
            </a:r>
          </a:p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r>
              <a:rPr lang="en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cross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13</a:t>
            </a:r>
            <a:r>
              <a:rPr lang="en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cancer types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(n&gt;100)</a:t>
            </a:r>
            <a:r>
              <a:rPr lang="en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ADDAA2C6-01D1-B94A-AB25-60ED29DB02A3}"/>
              </a:ext>
            </a:extLst>
          </p:cNvPr>
          <p:cNvSpPr/>
          <p:nvPr/>
        </p:nvSpPr>
        <p:spPr>
          <a:xfrm>
            <a:off x="3139260" y="1879418"/>
            <a:ext cx="519197" cy="1154781"/>
          </a:xfrm>
          <a:prstGeom prst="downArrow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2A74B676-4322-514A-B112-0C8195C49B68}"/>
              </a:ext>
            </a:extLst>
          </p:cNvPr>
          <p:cNvSpPr/>
          <p:nvPr/>
        </p:nvSpPr>
        <p:spPr>
          <a:xfrm>
            <a:off x="4795375" y="1905647"/>
            <a:ext cx="519197" cy="1154781"/>
          </a:xfrm>
          <a:prstGeom prst="downArrow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E319143-49C6-8244-B6B0-46DF8DAFBE91}"/>
              </a:ext>
            </a:extLst>
          </p:cNvPr>
          <p:cNvSpPr/>
          <p:nvPr/>
        </p:nvSpPr>
        <p:spPr>
          <a:xfrm>
            <a:off x="7797025" y="2942835"/>
            <a:ext cx="1851139" cy="1067860"/>
          </a:xfrm>
          <a:prstGeom prst="roundRect">
            <a:avLst/>
          </a:prstGeom>
          <a:solidFill>
            <a:srgbClr val="F07FFE">
              <a:alpha val="18039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lncRNA-MPs</a:t>
            </a:r>
          </a:p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647</a:t>
            </a:r>
            <a:r>
              <a:rPr lang="en-IL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genes </a:t>
            </a:r>
          </a:p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2,606</a:t>
            </a:r>
            <a:r>
              <a:rPr lang="en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MPs</a:t>
            </a:r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BFC6EB5F-DABF-3E4F-B0FC-BA63A7A96E14}"/>
              </a:ext>
            </a:extLst>
          </p:cNvPr>
          <p:cNvSpPr/>
          <p:nvPr/>
        </p:nvSpPr>
        <p:spPr>
          <a:xfrm>
            <a:off x="8501756" y="3927295"/>
            <a:ext cx="522673" cy="1297242"/>
          </a:xfrm>
          <a:prstGeom prst="downArrow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CE1D90AA-CCD6-C84E-B557-5C257984B5EE}"/>
              </a:ext>
            </a:extLst>
          </p:cNvPr>
          <p:cNvSpPr/>
          <p:nvPr/>
        </p:nvSpPr>
        <p:spPr>
          <a:xfrm rot="5400000">
            <a:off x="4283993" y="3671654"/>
            <a:ext cx="278609" cy="2020111"/>
          </a:xfrm>
          <a:prstGeom prst="rightBrace">
            <a:avLst/>
          </a:prstGeom>
          <a:ln w="2540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458A7BB4-66D6-6842-A708-B60A877DBFFD}"/>
              </a:ext>
            </a:extLst>
          </p:cNvPr>
          <p:cNvSpPr/>
          <p:nvPr/>
        </p:nvSpPr>
        <p:spPr>
          <a:xfrm rot="17590289">
            <a:off x="6302507" y="4244797"/>
            <a:ext cx="336755" cy="1865877"/>
          </a:xfrm>
          <a:prstGeom prst="downArrow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FA61A08-CAD4-2343-9F30-153D1A23DC60}"/>
              </a:ext>
            </a:extLst>
          </p:cNvPr>
          <p:cNvSpPr/>
          <p:nvPr/>
        </p:nvSpPr>
        <p:spPr>
          <a:xfrm>
            <a:off x="3108552" y="5312116"/>
            <a:ext cx="2438400" cy="98824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Tr-lncRNAs (a-f)</a:t>
            </a:r>
          </a:p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1,608</a:t>
            </a:r>
            <a:r>
              <a:rPr lang="en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genes </a:t>
            </a:r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950C4F25-27BA-014A-BB09-2B3F15183876}"/>
              </a:ext>
            </a:extLst>
          </p:cNvPr>
          <p:cNvSpPr/>
          <p:nvPr/>
        </p:nvSpPr>
        <p:spPr>
          <a:xfrm>
            <a:off x="4200803" y="4745288"/>
            <a:ext cx="495329" cy="784087"/>
          </a:xfrm>
          <a:prstGeom prst="downArrow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3EFF18-CCC5-6945-876B-8CD1771E5157}"/>
              </a:ext>
            </a:extLst>
          </p:cNvPr>
          <p:cNvSpPr txBox="1"/>
          <p:nvPr/>
        </p:nvSpPr>
        <p:spPr>
          <a:xfrm rot="16200000">
            <a:off x="6343759" y="4029059"/>
            <a:ext cx="2471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dirty="0">
                <a:solidFill>
                  <a:schemeClr val="bg2">
                    <a:lumMod val="50000"/>
                  </a:schemeClr>
                </a:solidFill>
              </a:rPr>
              <a:t>Micropeptides (MPs)</a:t>
            </a:r>
            <a:r>
              <a:rPr lang="en-IL" dirty="0"/>
              <a:t> </a:t>
            </a:r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E3D33D5D-74E9-2248-9D49-0DE1527D18CE}"/>
              </a:ext>
            </a:extLst>
          </p:cNvPr>
          <p:cNvSpPr/>
          <p:nvPr/>
        </p:nvSpPr>
        <p:spPr>
          <a:xfrm>
            <a:off x="8485425" y="862495"/>
            <a:ext cx="519197" cy="2140094"/>
          </a:xfrm>
          <a:prstGeom prst="downArrow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5D709B1-517B-6545-8A38-0467F40A2DE7}"/>
              </a:ext>
            </a:extLst>
          </p:cNvPr>
          <p:cNvSpPr/>
          <p:nvPr/>
        </p:nvSpPr>
        <p:spPr>
          <a:xfrm>
            <a:off x="2974818" y="1738414"/>
            <a:ext cx="2705868" cy="76562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9,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182</a:t>
            </a:r>
            <a:r>
              <a:rPr lang="en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cancerous samples </a:t>
            </a:r>
          </a:p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 TCGA (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32</a:t>
            </a:r>
            <a:r>
              <a:rPr lang="en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cancer types) 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3B3E61A-6703-3D47-ADAB-35942302A1FD}"/>
              </a:ext>
            </a:extLst>
          </p:cNvPr>
          <p:cNvSpPr/>
          <p:nvPr/>
        </p:nvSpPr>
        <p:spPr>
          <a:xfrm>
            <a:off x="2974818" y="96873"/>
            <a:ext cx="2705868" cy="76562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10,350</a:t>
            </a:r>
            <a:r>
              <a:rPr lang="en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samples </a:t>
            </a:r>
          </a:p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IL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 TCGA (33 cancer types) </a:t>
            </a:r>
          </a:p>
        </p:txBody>
      </p:sp>
      <p:sp>
        <p:nvSpPr>
          <p:cNvPr id="25" name="Down Arrow 24">
            <a:extLst>
              <a:ext uri="{FF2B5EF4-FFF2-40B4-BE49-F238E27FC236}">
                <a16:creationId xmlns:a16="http://schemas.microsoft.com/office/drawing/2014/main" id="{353C7231-C27B-BF43-94AC-2EFCC1BEE6A5}"/>
              </a:ext>
            </a:extLst>
          </p:cNvPr>
          <p:cNvSpPr/>
          <p:nvPr/>
        </p:nvSpPr>
        <p:spPr>
          <a:xfrm>
            <a:off x="4858024" y="791078"/>
            <a:ext cx="537370" cy="843061"/>
          </a:xfrm>
          <a:prstGeom prst="downArrow">
            <a:avLst/>
          </a:prstGeom>
          <a:solidFill>
            <a:schemeClr val="bg1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89605BB-8A37-524A-A3C3-B22E7B076772}"/>
              </a:ext>
            </a:extLst>
          </p:cNvPr>
          <p:cNvSpPr/>
          <p:nvPr/>
        </p:nvSpPr>
        <p:spPr>
          <a:xfrm>
            <a:off x="2317024" y="150915"/>
            <a:ext cx="8082417" cy="6587615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67887B-8E21-5747-A621-59D4AD80B7CA}"/>
              </a:ext>
            </a:extLst>
          </p:cNvPr>
          <p:cNvSpPr txBox="1"/>
          <p:nvPr/>
        </p:nvSpPr>
        <p:spPr>
          <a:xfrm>
            <a:off x="2317024" y="-137035"/>
            <a:ext cx="822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2400" dirty="0"/>
              <a:t>A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972B66-540B-2B4E-B86B-27F73FE06C1E}"/>
              </a:ext>
            </a:extLst>
          </p:cNvPr>
          <p:cNvSpPr txBox="1"/>
          <p:nvPr/>
        </p:nvSpPr>
        <p:spPr>
          <a:xfrm>
            <a:off x="2317024" y="6623547"/>
            <a:ext cx="822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sz="24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662859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1565</TotalTime>
  <Words>92</Words>
  <Application>Microsoft Macintosh PowerPoint</Application>
  <PresentationFormat>Custom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Michal Linial</dc:creator>
  <cp:lastModifiedBy>Michal Linial</cp:lastModifiedBy>
  <cp:revision>12</cp:revision>
  <dcterms:created xsi:type="dcterms:W3CDTF">2026-05-12T06:20:04Z</dcterms:created>
  <dcterms:modified xsi:type="dcterms:W3CDTF">2026-05-15T16:34:58Z</dcterms:modified>
</cp:coreProperties>
</file>